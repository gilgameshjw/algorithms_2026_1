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333" r:id="rId2"/>
    <p:sldId id="334" r:id="rId3"/>
    <p:sldId id="329" r:id="rId4"/>
    <p:sldId id="347" r:id="rId5"/>
    <p:sldId id="336" r:id="rId6"/>
    <p:sldId id="335" r:id="rId7"/>
    <p:sldId id="331" r:id="rId8"/>
    <p:sldId id="301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43" r:id="rId31"/>
    <p:sldId id="344" r:id="rId32"/>
    <p:sldId id="330" r:id="rId33"/>
    <p:sldId id="341" r:id="rId34"/>
    <p:sldId id="345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003366"/>
    <a:srgbClr val="F7F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5" d="100"/>
          <a:sy n="75" d="100"/>
        </p:scale>
        <p:origin x="5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684133095551643E-2"/>
          <c:y val="0.11382512198101853"/>
          <c:w val="0.7808327628136601"/>
          <c:h val="0.8861750713571132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003366"/>
            </a:solidFill>
          </c:spPr>
          <c:explosion val="21"/>
          <c:dPt>
            <c:idx val="0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E70-4F52-A1A3-764649A47D8F}"/>
              </c:ext>
            </c:extLst>
          </c:dPt>
          <c:dPt>
            <c:idx val="1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E70-4F52-A1A3-764649A47D8F}"/>
              </c:ext>
            </c:extLst>
          </c:dPt>
          <c:dPt>
            <c:idx val="2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E70-4F52-A1A3-764649A47D8F}"/>
              </c:ext>
            </c:extLst>
          </c:dPt>
          <c:dPt>
            <c:idx val="3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E70-4F52-A1A3-764649A47D8F}"/>
              </c:ext>
            </c:extLst>
          </c:dPt>
          <c:dPt>
            <c:idx val="4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E70-4F52-A1A3-764649A47D8F}"/>
              </c:ext>
            </c:extLst>
          </c:dPt>
          <c:dPt>
            <c:idx val="5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DE70-4F52-A1A3-764649A47D8F}"/>
              </c:ext>
            </c:extLst>
          </c:dPt>
          <c:dPt>
            <c:idx val="6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DE70-4F52-A1A3-764649A47D8F}"/>
              </c:ext>
            </c:extLst>
          </c:dPt>
          <c:dPt>
            <c:idx val="7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DE70-4F52-A1A3-764649A47D8F}"/>
              </c:ext>
            </c:extLst>
          </c:dPt>
          <c:dPt>
            <c:idx val="8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DE70-4F52-A1A3-764649A47D8F}"/>
              </c:ext>
            </c:extLst>
          </c:dPt>
          <c:dPt>
            <c:idx val="9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DE70-4F52-A1A3-764649A47D8F}"/>
              </c:ext>
            </c:extLst>
          </c:dPt>
          <c:dLbls>
            <c:dLbl>
              <c:idx val="9"/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13-DE70-4F52-A1A3-764649A47D8F}"/>
                </c:ext>
              </c:extLst>
            </c:dLbl>
            <c:spPr>
              <a:solidFill>
                <a:srgbClr val="003366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43-4692-9BB0-CF1916CFFE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684133095551601E-2"/>
          <c:y val="0.113825121981019"/>
          <c:w val="0.78083276281365999"/>
          <c:h val="0.8861750713571130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003366"/>
            </a:solidFill>
          </c:spPr>
          <c:explosion val="21"/>
          <c:dPt>
            <c:idx val="0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FE-42B5-B768-2AD790B2F46D}"/>
              </c:ext>
            </c:extLst>
          </c:dPt>
          <c:dPt>
            <c:idx val="1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FE-42B5-B768-2AD790B2F46D}"/>
              </c:ext>
            </c:extLst>
          </c:dPt>
          <c:dPt>
            <c:idx val="2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FE-42B5-B768-2AD790B2F46D}"/>
              </c:ext>
            </c:extLst>
          </c:dPt>
          <c:dPt>
            <c:idx val="3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EFE-42B5-B768-2AD790B2F46D}"/>
              </c:ext>
            </c:extLst>
          </c:dPt>
          <c:dPt>
            <c:idx val="4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FE-42B5-B768-2AD790B2F46D}"/>
              </c:ext>
            </c:extLst>
          </c:dPt>
          <c:dPt>
            <c:idx val="5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EFE-42B5-B768-2AD790B2F46D}"/>
              </c:ext>
            </c:extLst>
          </c:dPt>
          <c:dPt>
            <c:idx val="6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EFE-42B5-B768-2AD790B2F46D}"/>
              </c:ext>
            </c:extLst>
          </c:dPt>
          <c:dPt>
            <c:idx val="7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EFE-42B5-B768-2AD790B2F46D}"/>
              </c:ext>
            </c:extLst>
          </c:dPt>
          <c:dPt>
            <c:idx val="8"/>
            <c:bubble3D val="0"/>
            <c:spPr>
              <a:solidFill>
                <a:srgbClr val="0033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4EFE-42B5-B768-2AD790B2F46D}"/>
              </c:ext>
            </c:extLst>
          </c:dPt>
          <c:dPt>
            <c:idx val="9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4EFE-42B5-B768-2AD790B2F46D}"/>
              </c:ext>
            </c:extLst>
          </c:dPt>
          <c:dLbls>
            <c:dLbl>
              <c:idx val="9"/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4EFE-42B5-B768-2AD790B2F46D}"/>
                </c:ext>
              </c:extLst>
            </c:dLbl>
            <c:spPr>
              <a:solidFill>
                <a:srgbClr val="003366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EFE-42B5-B768-2AD790B2F4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0d1c551-a1b7-4e8c-bebf-1cde70682bd3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0D8E6-8C15-417E-8482-3523B06E62F0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31DE1-5012-4C2E-A3CF-C21591C51E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31DE1-5012-4C2E-A3CF-C21591C51E1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E5BB1-DFE4-BFC5-C90B-56707533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424A43-78A3-81F0-A4F9-089E43280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50FCE6-4EFE-1DB4-B241-683599726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31FA5F-8E10-4B37-5907-E29CFE884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231DE1-5012-4C2E-A3CF-C21591C51E1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39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8368D-940C-41D6-808C-F1F531E6A0ED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C77E5-CFFF-4D8E-9BB4-1A0AE1A32E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Cellular_Automata.xlsx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7735" y="888374"/>
            <a:ext cx="87826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Cellular Automata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GB" altLang="zh-CN" sz="3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journey of rebirth and annihilation</a:t>
            </a:r>
            <a:endParaRPr lang="en-US" altLang="zh-CN" sz="4400" i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91076" y="2733264"/>
          <a:ext cx="6948000" cy="695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文本框 64"/>
          <p:cNvSpPr txBox="1"/>
          <p:nvPr/>
        </p:nvSpPr>
        <p:spPr>
          <a:xfrm>
            <a:off x="891076" y="743331"/>
            <a:ext cx="87826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world</a:t>
            </a:r>
            <a:endParaRPr lang="en-US" altLang="zh-CN" sz="4400" i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09095" y="2790020"/>
          <a:ext cx="6948000" cy="695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文本框 64"/>
          <p:cNvSpPr txBox="1"/>
          <p:nvPr/>
        </p:nvSpPr>
        <p:spPr>
          <a:xfrm>
            <a:off x="891076" y="743331"/>
            <a:ext cx="87826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Life,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Death?</a:t>
            </a:r>
            <a:endParaRPr lang="en-US" altLang="zh-CN" sz="4400" i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866DA-F964-18D2-C983-D209FA1C0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6C79670-1DDF-05E0-19CA-6D2D23DC1290}"/>
              </a:ext>
            </a:extLst>
          </p:cNvPr>
          <p:cNvSpPr/>
          <p:nvPr/>
        </p:nvSpPr>
        <p:spPr>
          <a:xfrm>
            <a:off x="628519" y="2276543"/>
            <a:ext cx="5728138" cy="3411260"/>
          </a:xfrm>
          <a:prstGeom prst="rect">
            <a:avLst/>
          </a:prstGeom>
          <a:solidFill>
            <a:srgbClr val="E2F0D9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B07041-29F8-785A-4EC6-BC0D3423BCC5}"/>
              </a:ext>
            </a:extLst>
          </p:cNvPr>
          <p:cNvSpPr txBox="1"/>
          <p:nvPr/>
        </p:nvSpPr>
        <p:spPr>
          <a:xfrm>
            <a:off x="7080955" y="808197"/>
            <a:ext cx="3706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 = 10</a:t>
            </a: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n cells = 1, others null(0)</a:t>
            </a: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consequent cells by each 3</a:t>
            </a: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for next generation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F94A7A-D542-F254-3E16-46AF9037852E}"/>
              </a:ext>
            </a:extLst>
          </p:cNvPr>
          <p:cNvSpPr txBox="1"/>
          <p:nvPr/>
        </p:nvSpPr>
        <p:spPr>
          <a:xfrm>
            <a:off x="983998" y="3711367"/>
            <a:ext cx="3987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Determine via looking up rule30</a:t>
            </a:r>
          </a:p>
          <a:p>
            <a:r>
              <a:rPr lang="en-US" altLang="zh-CN" dirty="0"/>
              <a:t>Continuous border:</a:t>
            </a:r>
          </a:p>
          <a:p>
            <a:r>
              <a:rPr lang="en-US" altLang="zh-CN" dirty="0"/>
              <a:t>1, 0, 0, 0, 1, 0, 1, 0, 1, 0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3D40505-42CF-0069-EA99-AD34E54E1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438776"/>
              </p:ext>
            </p:extLst>
          </p:nvPr>
        </p:nvGraphicFramePr>
        <p:xfrm>
          <a:off x="983998" y="2394145"/>
          <a:ext cx="5104107" cy="8897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123">
                  <a:extLst>
                    <a:ext uri="{9D8B030D-6E8A-4147-A177-3AD203B41FA5}">
                      <a16:colId xmlns:a16="http://schemas.microsoft.com/office/drawing/2014/main" val="3529600549"/>
                    </a:ext>
                  </a:extLst>
                </a:gridCol>
                <a:gridCol w="567123">
                  <a:extLst>
                    <a:ext uri="{9D8B030D-6E8A-4147-A177-3AD203B41FA5}">
                      <a16:colId xmlns:a16="http://schemas.microsoft.com/office/drawing/2014/main" val="1176678581"/>
                    </a:ext>
                  </a:extLst>
                </a:gridCol>
                <a:gridCol w="567123">
                  <a:extLst>
                    <a:ext uri="{9D8B030D-6E8A-4147-A177-3AD203B41FA5}">
                      <a16:colId xmlns:a16="http://schemas.microsoft.com/office/drawing/2014/main" val="2618257149"/>
                    </a:ext>
                  </a:extLst>
                </a:gridCol>
                <a:gridCol w="567123">
                  <a:extLst>
                    <a:ext uri="{9D8B030D-6E8A-4147-A177-3AD203B41FA5}">
                      <a16:colId xmlns:a16="http://schemas.microsoft.com/office/drawing/2014/main" val="1817563128"/>
                    </a:ext>
                  </a:extLst>
                </a:gridCol>
                <a:gridCol w="567123">
                  <a:extLst>
                    <a:ext uri="{9D8B030D-6E8A-4147-A177-3AD203B41FA5}">
                      <a16:colId xmlns:a16="http://schemas.microsoft.com/office/drawing/2014/main" val="2537643357"/>
                    </a:ext>
                  </a:extLst>
                </a:gridCol>
                <a:gridCol w="567123">
                  <a:extLst>
                    <a:ext uri="{9D8B030D-6E8A-4147-A177-3AD203B41FA5}">
                      <a16:colId xmlns:a16="http://schemas.microsoft.com/office/drawing/2014/main" val="3504054642"/>
                    </a:ext>
                  </a:extLst>
                </a:gridCol>
                <a:gridCol w="567123">
                  <a:extLst>
                    <a:ext uri="{9D8B030D-6E8A-4147-A177-3AD203B41FA5}">
                      <a16:colId xmlns:a16="http://schemas.microsoft.com/office/drawing/2014/main" val="1303164958"/>
                    </a:ext>
                  </a:extLst>
                </a:gridCol>
                <a:gridCol w="567123">
                  <a:extLst>
                    <a:ext uri="{9D8B030D-6E8A-4147-A177-3AD203B41FA5}">
                      <a16:colId xmlns:a16="http://schemas.microsoft.com/office/drawing/2014/main" val="2646013464"/>
                    </a:ext>
                  </a:extLst>
                </a:gridCol>
                <a:gridCol w="567123">
                  <a:extLst>
                    <a:ext uri="{9D8B030D-6E8A-4147-A177-3AD203B41FA5}">
                      <a16:colId xmlns:a16="http://schemas.microsoft.com/office/drawing/2014/main" val="1307995463"/>
                    </a:ext>
                  </a:extLst>
                </a:gridCol>
              </a:tblGrid>
              <a:tr h="371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011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010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695998"/>
                  </a:ext>
                </a:extLst>
              </a:tr>
              <a:tr h="3743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Rule90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284771"/>
                  </a:ext>
                </a:extLst>
              </a:tr>
            </a:tbl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FE815487-7A72-9EDF-8AB2-3F22BF936222}"/>
              </a:ext>
            </a:extLst>
          </p:cNvPr>
          <p:cNvGraphicFramePr/>
          <p:nvPr/>
        </p:nvGraphicFramePr>
        <p:xfrm>
          <a:off x="11296649" y="6464300"/>
          <a:ext cx="1066383" cy="260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E47432A-9B1C-B2DD-1FE8-D2ABE411E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127741"/>
              </p:ext>
            </p:extLst>
          </p:nvPr>
        </p:nvGraphicFramePr>
        <p:xfrm>
          <a:off x="1682857" y="4831022"/>
          <a:ext cx="4174560" cy="6599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456">
                  <a:extLst>
                    <a:ext uri="{9D8B030D-6E8A-4147-A177-3AD203B41FA5}">
                      <a16:colId xmlns:a16="http://schemas.microsoft.com/office/drawing/2014/main" val="3529600549"/>
                    </a:ext>
                  </a:extLst>
                </a:gridCol>
                <a:gridCol w="417456">
                  <a:extLst>
                    <a:ext uri="{9D8B030D-6E8A-4147-A177-3AD203B41FA5}">
                      <a16:colId xmlns:a16="http://schemas.microsoft.com/office/drawing/2014/main" val="1176678581"/>
                    </a:ext>
                  </a:extLst>
                </a:gridCol>
                <a:gridCol w="417456">
                  <a:extLst>
                    <a:ext uri="{9D8B030D-6E8A-4147-A177-3AD203B41FA5}">
                      <a16:colId xmlns:a16="http://schemas.microsoft.com/office/drawing/2014/main" val="2618257149"/>
                    </a:ext>
                  </a:extLst>
                </a:gridCol>
                <a:gridCol w="417456">
                  <a:extLst>
                    <a:ext uri="{9D8B030D-6E8A-4147-A177-3AD203B41FA5}">
                      <a16:colId xmlns:a16="http://schemas.microsoft.com/office/drawing/2014/main" val="1817563128"/>
                    </a:ext>
                  </a:extLst>
                </a:gridCol>
                <a:gridCol w="417456">
                  <a:extLst>
                    <a:ext uri="{9D8B030D-6E8A-4147-A177-3AD203B41FA5}">
                      <a16:colId xmlns:a16="http://schemas.microsoft.com/office/drawing/2014/main" val="107633473"/>
                    </a:ext>
                  </a:extLst>
                </a:gridCol>
                <a:gridCol w="417456">
                  <a:extLst>
                    <a:ext uri="{9D8B030D-6E8A-4147-A177-3AD203B41FA5}">
                      <a16:colId xmlns:a16="http://schemas.microsoft.com/office/drawing/2014/main" val="3737117442"/>
                    </a:ext>
                  </a:extLst>
                </a:gridCol>
                <a:gridCol w="417456">
                  <a:extLst>
                    <a:ext uri="{9D8B030D-6E8A-4147-A177-3AD203B41FA5}">
                      <a16:colId xmlns:a16="http://schemas.microsoft.com/office/drawing/2014/main" val="458464643"/>
                    </a:ext>
                  </a:extLst>
                </a:gridCol>
                <a:gridCol w="417456">
                  <a:extLst>
                    <a:ext uri="{9D8B030D-6E8A-4147-A177-3AD203B41FA5}">
                      <a16:colId xmlns:a16="http://schemas.microsoft.com/office/drawing/2014/main" val="1088106901"/>
                    </a:ext>
                  </a:extLst>
                </a:gridCol>
                <a:gridCol w="417456">
                  <a:extLst>
                    <a:ext uri="{9D8B030D-6E8A-4147-A177-3AD203B41FA5}">
                      <a16:colId xmlns:a16="http://schemas.microsoft.com/office/drawing/2014/main" val="3432666576"/>
                    </a:ext>
                  </a:extLst>
                </a:gridCol>
                <a:gridCol w="417456">
                  <a:extLst>
                    <a:ext uri="{9D8B030D-6E8A-4147-A177-3AD203B41FA5}">
                      <a16:colId xmlns:a16="http://schemas.microsoft.com/office/drawing/2014/main" val="2545245036"/>
                    </a:ext>
                  </a:extLst>
                </a:gridCol>
              </a:tblGrid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95998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300096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06AB2288-AD3E-01B3-3C95-DC3C6E03ECFB}"/>
              </a:ext>
            </a:extLst>
          </p:cNvPr>
          <p:cNvSpPr txBox="1"/>
          <p:nvPr/>
        </p:nvSpPr>
        <p:spPr>
          <a:xfrm>
            <a:off x="809822" y="4831022"/>
            <a:ext cx="796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r>
              <a:rPr lang="en-US" altLang="zh-CN" sz="1400" b="1" baseline="30000" dirty="0"/>
              <a:t>st</a:t>
            </a:r>
            <a:r>
              <a:rPr lang="en-US" altLang="zh-CN" sz="1400" b="1" dirty="0"/>
              <a:t> gen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1FB0B8E-47E1-C9DF-E25B-9B31A0036023}"/>
              </a:ext>
            </a:extLst>
          </p:cNvPr>
          <p:cNvSpPr txBox="1"/>
          <p:nvPr/>
        </p:nvSpPr>
        <p:spPr>
          <a:xfrm>
            <a:off x="809822" y="5183197"/>
            <a:ext cx="796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2</a:t>
            </a:r>
            <a:r>
              <a:rPr lang="en-US" altLang="zh-CN" sz="1400" b="1" baseline="30000" dirty="0"/>
              <a:t>nd</a:t>
            </a:r>
            <a:r>
              <a:rPr lang="en-US" altLang="zh-CN" sz="1400" b="1" dirty="0"/>
              <a:t> gen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9EA449-89FD-1630-D532-1486AE346B50}"/>
              </a:ext>
            </a:extLst>
          </p:cNvPr>
          <p:cNvSpPr/>
          <p:nvPr/>
        </p:nvSpPr>
        <p:spPr>
          <a:xfrm>
            <a:off x="628519" y="833324"/>
            <a:ext cx="5680761" cy="1022069"/>
          </a:xfrm>
          <a:prstGeom prst="rect">
            <a:avLst/>
          </a:prstGeom>
          <a:solidFill>
            <a:srgbClr val="E2F0D9">
              <a:alpha val="4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CE399CE-1358-7EF3-3B86-3BF159A56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265803"/>
              </p:ext>
            </p:extLst>
          </p:nvPr>
        </p:nvGraphicFramePr>
        <p:xfrm>
          <a:off x="1404897" y="1260622"/>
          <a:ext cx="4133100" cy="3299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3310">
                  <a:extLst>
                    <a:ext uri="{9D8B030D-6E8A-4147-A177-3AD203B41FA5}">
                      <a16:colId xmlns:a16="http://schemas.microsoft.com/office/drawing/2014/main" val="3529600549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1176678581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618257149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1817563128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107633473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3737117442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458464643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1088106901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3432666576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545245036"/>
                    </a:ext>
                  </a:extLst>
                </a:gridCol>
              </a:tblGrid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95998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2395942A-62F5-FFEC-88DF-4C64DBD32550}"/>
              </a:ext>
            </a:extLst>
          </p:cNvPr>
          <p:cNvSpPr txBox="1"/>
          <p:nvPr/>
        </p:nvSpPr>
        <p:spPr>
          <a:xfrm>
            <a:off x="1260594" y="846814"/>
            <a:ext cx="3947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Given a world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6A37DB-2901-36DF-7E31-27A215A7AEE0}"/>
              </a:ext>
            </a:extLst>
          </p:cNvPr>
          <p:cNvSpPr txBox="1"/>
          <p:nvPr/>
        </p:nvSpPr>
        <p:spPr>
          <a:xfrm>
            <a:off x="713296" y="1254474"/>
            <a:ext cx="788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r>
              <a:rPr lang="en-US" altLang="zh-CN" sz="1400" b="1" baseline="30000" dirty="0"/>
              <a:t>st</a:t>
            </a:r>
            <a:r>
              <a:rPr lang="en-US" altLang="zh-CN" sz="1400" b="1" dirty="0"/>
              <a:t> gen</a:t>
            </a:r>
          </a:p>
        </p:txBody>
      </p:sp>
    </p:spTree>
    <p:extLst>
      <p:ext uri="{BB962C8B-B14F-4D97-AF65-F5344CB8AC3E}">
        <p14:creationId xmlns:p14="http://schemas.microsoft.com/office/powerpoint/2010/main" val="2030856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936162" y="3602088"/>
          <a:ext cx="6948000" cy="695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4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文本框 64"/>
          <p:cNvSpPr txBox="1"/>
          <p:nvPr/>
        </p:nvSpPr>
        <p:spPr>
          <a:xfrm>
            <a:off x="891076" y="743331"/>
            <a:ext cx="4106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the iteration</a:t>
            </a:r>
            <a:endParaRPr lang="en-US" altLang="zh-CN" sz="4400" i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1076" y="3749901"/>
            <a:ext cx="1993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status: </a:t>
            </a:r>
            <a:endParaRPr lang="en-US" altLang="zh-CN" sz="2000" i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936162" y="4741237"/>
          <a:ext cx="6948000" cy="695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44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?</a:t>
                      </a:r>
                      <a:endParaRPr lang="zh-CN" altLang="en-US" sz="44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kumimoji="0" lang="zh-CN" alt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4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kumimoji="0" lang="zh-CN" alt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4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kumimoji="0" lang="zh-CN" alt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4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kumimoji="0" lang="zh-CN" alt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kumimoji="0" lang="zh-CN" alt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kumimoji="0" lang="zh-CN" alt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kumimoji="0" lang="zh-CN" alt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kumimoji="0" lang="zh-CN" alt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kumimoji="0" lang="zh-CN" alt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91076" y="4889050"/>
            <a:ext cx="1993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Iterate next generation: </a:t>
            </a:r>
            <a:endParaRPr lang="en-US" altLang="zh-CN" sz="2000" i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1076" y="1678550"/>
            <a:ext cx="96441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 about neighbors:     000, 000, 000, 001,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010,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000,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 </a:t>
            </a:r>
          </a:p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if  ??? or ???: </a:t>
            </a:r>
          </a:p>
          <a:p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 survive</a:t>
            </a:r>
          </a:p>
          <a:p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--else:</a:t>
            </a:r>
          </a:p>
          <a:p>
            <a:r>
              <a:rPr lang="en-US" altLang="zh-CN" sz="2000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to die</a:t>
            </a:r>
            <a:endParaRPr lang="en-US" altLang="zh-CN" sz="2000" i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043646" y="3692428"/>
            <a:ext cx="1867988" cy="515983"/>
          </a:xfrm>
          <a:prstGeom prst="rect">
            <a:avLst/>
          </a:prstGeom>
          <a:solidFill>
            <a:srgbClr val="C00000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689532" y="3692428"/>
            <a:ext cx="1867988" cy="515983"/>
          </a:xfrm>
          <a:prstGeom prst="rect">
            <a:avLst/>
          </a:prstGeom>
          <a:solidFill>
            <a:srgbClr val="C00000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458790" y="3691964"/>
            <a:ext cx="1867988" cy="515983"/>
          </a:xfrm>
          <a:prstGeom prst="rect">
            <a:avLst/>
          </a:prstGeom>
          <a:solidFill>
            <a:srgbClr val="C00000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104676" y="3691500"/>
            <a:ext cx="1867988" cy="515983"/>
          </a:xfrm>
          <a:prstGeom prst="rect">
            <a:avLst/>
          </a:prstGeom>
          <a:solidFill>
            <a:srgbClr val="C00000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852853" y="3692680"/>
            <a:ext cx="1867988" cy="515983"/>
          </a:xfrm>
          <a:prstGeom prst="rect">
            <a:avLst/>
          </a:prstGeom>
          <a:solidFill>
            <a:srgbClr val="C00000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519820" y="3691500"/>
            <a:ext cx="1867988" cy="515983"/>
          </a:xfrm>
          <a:prstGeom prst="rect">
            <a:avLst/>
          </a:prstGeom>
          <a:solidFill>
            <a:srgbClr val="C00000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229847" y="3691500"/>
            <a:ext cx="1867988" cy="515983"/>
          </a:xfrm>
          <a:prstGeom prst="rect">
            <a:avLst/>
          </a:prstGeom>
          <a:solidFill>
            <a:srgbClr val="C00000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913883" y="3693102"/>
            <a:ext cx="1867988" cy="515983"/>
          </a:xfrm>
          <a:prstGeom prst="rect">
            <a:avLst/>
          </a:prstGeom>
          <a:solidFill>
            <a:srgbClr val="C00000">
              <a:alpha val="3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8914" y="667657"/>
            <a:ext cx="70295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Determination by combinations of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Left,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Mid,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23310" y="3609077"/>
          <a:ext cx="91467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6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=128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=64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=32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=16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=8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=4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=2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0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011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010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Rule</a:t>
                      </a:r>
                      <a:r>
                        <a:rPr lang="en-US" altLang="zh-CN" sz="20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90</a:t>
                      </a:r>
                      <a:endParaRPr lang="zh-CN" altLang="en-US" sz="20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Rule</a:t>
                      </a:r>
                      <a:r>
                        <a:rPr lang="en-US" altLang="zh-CN" sz="2000" b="1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</a:t>
                      </a:r>
                      <a:endParaRPr lang="zh-CN" altLang="en-US" sz="2000" b="1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7966636" y="112510"/>
            <a:ext cx="4225364" cy="2805400"/>
            <a:chOff x="7966636" y="112510"/>
            <a:chExt cx="4225364" cy="2805400"/>
          </a:xfrm>
        </p:grpSpPr>
        <p:sp>
          <p:nvSpPr>
            <p:cNvPr id="5" name="椭圆 4"/>
            <p:cNvSpPr/>
            <p:nvPr/>
          </p:nvSpPr>
          <p:spPr>
            <a:xfrm>
              <a:off x="9886128" y="112510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9392244" y="838775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10380012" y="838775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0316952" y="1676911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0970798" y="1676911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8820080" y="1676911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9473926" y="1676911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9106162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9696948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0203642" y="2550146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0794428" y="2550146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1233450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11824236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7966636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8557422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cxnSp>
          <p:nvCxnSpPr>
            <p:cNvPr id="29" name="直接连接符 28"/>
            <p:cNvCxnSpPr>
              <a:stCxn id="5" idx="4"/>
              <a:endCxn id="6" idx="0"/>
            </p:cNvCxnSpPr>
            <p:nvPr/>
          </p:nvCxnSpPr>
          <p:spPr>
            <a:xfrm flipH="1">
              <a:off x="9576126" y="480274"/>
              <a:ext cx="493884" cy="35850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stCxn id="5" idx="4"/>
              <a:endCxn id="7" idx="0"/>
            </p:cNvCxnSpPr>
            <p:nvPr/>
          </p:nvCxnSpPr>
          <p:spPr>
            <a:xfrm>
              <a:off x="10070010" y="480274"/>
              <a:ext cx="493884" cy="35850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stCxn id="6" idx="4"/>
              <a:endCxn id="14" idx="0"/>
            </p:cNvCxnSpPr>
            <p:nvPr/>
          </p:nvCxnSpPr>
          <p:spPr>
            <a:xfrm flipH="1">
              <a:off x="9003962" y="1206539"/>
              <a:ext cx="572164" cy="47037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6" idx="4"/>
              <a:endCxn id="15" idx="0"/>
            </p:cNvCxnSpPr>
            <p:nvPr/>
          </p:nvCxnSpPr>
          <p:spPr>
            <a:xfrm>
              <a:off x="9576126" y="1206539"/>
              <a:ext cx="81682" cy="47037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>
              <a:stCxn id="7" idx="4"/>
              <a:endCxn id="12" idx="0"/>
            </p:cNvCxnSpPr>
            <p:nvPr/>
          </p:nvCxnSpPr>
          <p:spPr>
            <a:xfrm flipH="1">
              <a:off x="10500834" y="1206539"/>
              <a:ext cx="63060" cy="47037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>
              <a:stCxn id="7" idx="4"/>
              <a:endCxn id="13" idx="0"/>
            </p:cNvCxnSpPr>
            <p:nvPr/>
          </p:nvCxnSpPr>
          <p:spPr>
            <a:xfrm>
              <a:off x="10563894" y="1206539"/>
              <a:ext cx="590786" cy="47037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14" idx="4"/>
              <a:endCxn id="27" idx="0"/>
            </p:cNvCxnSpPr>
            <p:nvPr/>
          </p:nvCxnSpPr>
          <p:spPr>
            <a:xfrm flipH="1">
              <a:off x="8741304" y="2044675"/>
              <a:ext cx="262658" cy="5035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>
              <a:stCxn id="14" idx="4"/>
              <a:endCxn id="26" idx="0"/>
            </p:cNvCxnSpPr>
            <p:nvPr/>
          </p:nvCxnSpPr>
          <p:spPr>
            <a:xfrm flipH="1">
              <a:off x="8150518" y="2044675"/>
              <a:ext cx="853444" cy="5035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5" idx="4"/>
              <a:endCxn id="18" idx="0"/>
            </p:cNvCxnSpPr>
            <p:nvPr/>
          </p:nvCxnSpPr>
          <p:spPr>
            <a:xfrm flipH="1">
              <a:off x="9290044" y="2044675"/>
              <a:ext cx="367764" cy="5035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15" idx="4"/>
              <a:endCxn id="19" idx="0"/>
            </p:cNvCxnSpPr>
            <p:nvPr/>
          </p:nvCxnSpPr>
          <p:spPr>
            <a:xfrm>
              <a:off x="9657808" y="2044675"/>
              <a:ext cx="223022" cy="5035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13" idx="4"/>
              <a:endCxn id="25" idx="0"/>
            </p:cNvCxnSpPr>
            <p:nvPr/>
          </p:nvCxnSpPr>
          <p:spPr>
            <a:xfrm>
              <a:off x="11154680" y="2044675"/>
              <a:ext cx="853438" cy="5035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>
              <a:stCxn id="12" idx="4"/>
              <a:endCxn id="20" idx="0"/>
            </p:cNvCxnSpPr>
            <p:nvPr/>
          </p:nvCxnSpPr>
          <p:spPr>
            <a:xfrm flipH="1">
              <a:off x="10387524" y="2044675"/>
              <a:ext cx="113310" cy="50547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stCxn id="13" idx="4"/>
            </p:cNvCxnSpPr>
            <p:nvPr/>
          </p:nvCxnSpPr>
          <p:spPr>
            <a:xfrm>
              <a:off x="11154680" y="2044675"/>
              <a:ext cx="78775" cy="6029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21" idx="0"/>
              <a:endCxn id="12" idx="4"/>
            </p:cNvCxnSpPr>
            <p:nvPr/>
          </p:nvCxnSpPr>
          <p:spPr>
            <a:xfrm flipH="1" flipV="1">
              <a:off x="10500834" y="2044675"/>
              <a:ext cx="477476" cy="50547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19409" y="462279"/>
          <a:ext cx="5794000" cy="5860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897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13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文本框 4">
            <a:hlinkClick r:id="rId2" action="ppaction://hlinkfile"/>
          </p:cNvPr>
          <p:cNvSpPr txBox="1"/>
          <p:nvPr/>
        </p:nvSpPr>
        <p:spPr>
          <a:xfrm>
            <a:off x="8382851" y="462280"/>
            <a:ext cx="37061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n cells</a:t>
            </a: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live neighbors</a:t>
            </a: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for next generation</a:t>
            </a: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Iteration 2~3</a:t>
            </a:r>
          </a:p>
          <a:p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*Finish in advance </a:t>
            </a:r>
            <a:r>
              <a:rPr lang="en-GB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maximum number of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lang="en-GB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neighbors of all cells is less than 2</a:t>
            </a:r>
            <a:endParaRPr lang="en-US" altLang="zh-C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8914" y="667657"/>
            <a:ext cx="97327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Grid: 8*8</a:t>
            </a:r>
          </a:p>
          <a:p>
            <a:endParaRPr lang="en-US" altLang="zh-C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Determination</a:t>
            </a:r>
          </a:p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Survive:  Live Neighbors = 2</a:t>
            </a:r>
          </a:p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Survive  or Birth: Live Neighbors </a:t>
            </a:r>
            <a:r>
              <a:rPr lang="en-US" altLang="zh-CN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3</a:t>
            </a:r>
          </a:p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Die: Live Neighbor &lt; 2 </a:t>
            </a:r>
            <a:r>
              <a:rPr lang="en-US" altLang="zh-CN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&gt;3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184671" y="462280"/>
            <a:ext cx="3706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--Start: 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4 cells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50442" y="462280"/>
            <a:ext cx="521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Count live neighbors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0442" y="462280"/>
            <a:ext cx="521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 next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50442" y="462280"/>
            <a:ext cx="521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Count live neighbors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0442" y="462280"/>
            <a:ext cx="521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 next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50442" y="462280"/>
            <a:ext cx="521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Count live neighbors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850442" y="462280"/>
            <a:ext cx="521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 next generation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50442" y="462280"/>
            <a:ext cx="521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Count live neighbors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850442" y="462280"/>
            <a:ext cx="521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 next generation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50442" y="462280"/>
            <a:ext cx="521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Count live neighbors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850442" y="462280"/>
            <a:ext cx="521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 next generation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50442" y="462280"/>
            <a:ext cx="521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Count live neighbors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850442" y="462280"/>
            <a:ext cx="521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 next generation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50442" y="462280"/>
            <a:ext cx="521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Count live neighbors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850442" y="462280"/>
            <a:ext cx="521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 next generation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50442" y="462280"/>
            <a:ext cx="521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Count live neighbors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850442" y="462280"/>
            <a:ext cx="521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 next generation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50442" y="462280"/>
            <a:ext cx="521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Count live neighbors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850442" y="462280"/>
            <a:ext cx="521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 next generation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50442" y="462280"/>
            <a:ext cx="5219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Count live neighbors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19410" y="462280"/>
          <a:ext cx="5760000" cy="57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altLang="zh-CN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600" kern="12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850442" y="462280"/>
            <a:ext cx="521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Update for next generation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imag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780" y="103505"/>
            <a:ext cx="9396730" cy="66078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3867A-F41B-4224-0715-2C7A4595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A7E9AB9-7DCD-A174-6F47-924905C3CDC0}"/>
              </a:ext>
            </a:extLst>
          </p:cNvPr>
          <p:cNvGrpSpPr/>
          <p:nvPr/>
        </p:nvGrpSpPr>
        <p:grpSpPr>
          <a:xfrm>
            <a:off x="1080362" y="1134759"/>
            <a:ext cx="10031276" cy="3391033"/>
            <a:chOff x="1300978" y="2969865"/>
            <a:chExt cx="10031276" cy="339103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9A82B83-983E-0CC1-0FC4-E008E8B033D8}"/>
                </a:ext>
              </a:extLst>
            </p:cNvPr>
            <p:cNvSpPr txBox="1"/>
            <p:nvPr/>
          </p:nvSpPr>
          <p:spPr>
            <a:xfrm>
              <a:off x="1300978" y="4523077"/>
              <a:ext cx="43241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1" dirty="0">
                  <a:latin typeface="MiSans Demibold" pitchFamily="50" charset="-122"/>
                  <a:ea typeface="MiSans Demibold" pitchFamily="50" charset="-122"/>
                </a:rPr>
                <a:t>“道生一，一生二，二生三，三生万物”</a:t>
              </a:r>
              <a:br>
                <a:rPr lang="en-US" altLang="zh-CN" b="1" i="1" dirty="0">
                  <a:latin typeface="MiSans Demibold" pitchFamily="50" charset="-122"/>
                  <a:ea typeface="MiSans Demibold" pitchFamily="50" charset="-122"/>
                </a:rPr>
              </a:br>
              <a:r>
                <a:rPr lang="zh-CN" altLang="en-US" b="1" i="1" dirty="0">
                  <a:solidFill>
                    <a:srgbClr val="0070C0"/>
                  </a:solidFill>
                  <a:latin typeface="MiSans Demibold" pitchFamily="50" charset="-122"/>
                  <a:ea typeface="MiSans Demibold" pitchFamily="50" charset="-122"/>
                </a:rPr>
                <a:t>“</a:t>
              </a:r>
              <a:r>
                <a:rPr lang="en-GB" altLang="zh-CN" b="1" i="1" dirty="0">
                  <a:solidFill>
                    <a:srgbClr val="0070C0"/>
                  </a:solidFill>
                  <a:latin typeface="MiSans Demibold" pitchFamily="50" charset="-122"/>
                  <a:ea typeface="MiSans Demibold" pitchFamily="50" charset="-122"/>
                </a:rPr>
                <a:t>The Tao produced One; One produced Two; Two produced Three; Three produced all things.”</a:t>
              </a:r>
              <a:endParaRPr lang="en-US" altLang="zh-CN" sz="4400" b="1" i="1" dirty="0">
                <a:solidFill>
                  <a:srgbClr val="0070C0"/>
                </a:solidFill>
                <a:latin typeface="MiSans Demibold" pitchFamily="50" charset="-122"/>
                <a:ea typeface="MiSans Demibold" pitchFamily="50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28" name="Picture 4" descr="两仪生四象四象生八卦下一句是什么-百度经验">
              <a:extLst>
                <a:ext uri="{FF2B5EF4-FFF2-40B4-BE49-F238E27FC236}">
                  <a16:creationId xmlns:a16="http://schemas.microsoft.com/office/drawing/2014/main" id="{4C5775B2-6F0C-F04D-CBED-177CAF96CA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47" t="13969" r="4131"/>
            <a:stretch>
              <a:fillRect/>
            </a:stretch>
          </p:blipFill>
          <p:spPr bwMode="auto">
            <a:xfrm>
              <a:off x="6146348" y="2969865"/>
              <a:ext cx="5185906" cy="33910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913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131" y="2020756"/>
            <a:ext cx="1684764" cy="163902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15114" y="1690120"/>
            <a:ext cx="47280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How about borders:</a:t>
            </a:r>
          </a:p>
          <a:p>
            <a:r>
              <a:rPr lang="en-US" altLang="zh-CN" dirty="0"/>
              <a:t>1. Continuous border: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Obtain neighbors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0, 000, 000, 000, 001,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001, 01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915115" y="920563"/>
          <a:ext cx="4133100" cy="3299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3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33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58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5176" marR="25176" marT="12588" marB="12588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11296649" y="6464300"/>
          <a:ext cx="1066383" cy="260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770812" y="506755"/>
            <a:ext cx="3947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Given world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52D7D4-2B39-1E11-4EA2-3234787F792B}"/>
              </a:ext>
            </a:extLst>
          </p:cNvPr>
          <p:cNvSpPr txBox="1"/>
          <p:nvPr/>
        </p:nvSpPr>
        <p:spPr>
          <a:xfrm>
            <a:off x="6032758" y="569974"/>
            <a:ext cx="43241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1" dirty="0">
                <a:latin typeface="MiSans Demibold" pitchFamily="50" charset="-122"/>
                <a:ea typeface="MiSans Demibold" pitchFamily="50" charset="-122"/>
              </a:rPr>
              <a:t>“无为而治”</a:t>
            </a:r>
            <a:br>
              <a:rPr lang="en-US" altLang="zh-CN" sz="2800" b="1" i="1" dirty="0">
                <a:latin typeface="MiSans Demibold" pitchFamily="50" charset="-122"/>
                <a:ea typeface="MiSans Demibold" pitchFamily="50" charset="-122"/>
              </a:rPr>
            </a:br>
            <a:r>
              <a:rPr lang="en-US" altLang="zh-CN" sz="2800" b="1" i="1" dirty="0">
                <a:solidFill>
                  <a:srgbClr val="0070C0"/>
                </a:solidFill>
                <a:latin typeface="MiSans Demibold" pitchFamily="50" charset="-122"/>
                <a:ea typeface="MiSans Demibold" pitchFamily="50" charset="-122"/>
              </a:rPr>
              <a:t>“</a:t>
            </a:r>
            <a:r>
              <a:rPr lang="en-GB" altLang="zh-CN" sz="2000" i="1" dirty="0">
                <a:solidFill>
                  <a:srgbClr val="0070C0"/>
                </a:solidFill>
                <a:latin typeface="MiSans Demibold" pitchFamily="50" charset="-122"/>
                <a:ea typeface="MiSans Demibold" pitchFamily="50" charset="-122"/>
              </a:rPr>
              <a:t>Governing by non-action.”</a:t>
            </a:r>
            <a:endParaRPr lang="en-US" altLang="zh-CN" sz="6000" i="1" dirty="0">
              <a:solidFill>
                <a:srgbClr val="0070C0"/>
              </a:solidFill>
              <a:latin typeface="MiSans Demibold" pitchFamily="50" charset="-122"/>
              <a:ea typeface="MiSans Demibold" pitchFamily="50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F78E5B-0F64-8486-A0AD-D2A700012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758" y="3659780"/>
            <a:ext cx="5470672" cy="2520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0CAF-6550-F850-CA04-C1ACB249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0859FD-741E-39B6-74B2-5F5D34A43337}"/>
              </a:ext>
            </a:extLst>
          </p:cNvPr>
          <p:cNvSpPr txBox="1"/>
          <p:nvPr/>
        </p:nvSpPr>
        <p:spPr>
          <a:xfrm>
            <a:off x="928914" y="667657"/>
            <a:ext cx="7029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neighbors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806AB5C-4BAC-B097-A296-04CFBECDF83D}"/>
              </a:ext>
            </a:extLst>
          </p:cNvPr>
          <p:cNvGraphicFramePr>
            <a:graphicFrameLocks noGrp="1"/>
          </p:cNvGraphicFramePr>
          <p:nvPr/>
        </p:nvGraphicFramePr>
        <p:xfrm>
          <a:off x="209550" y="4787900"/>
          <a:ext cx="11525507" cy="14024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971">
                  <a:extLst>
                    <a:ext uri="{9D8B030D-6E8A-4147-A177-3AD203B41FA5}">
                      <a16:colId xmlns:a16="http://schemas.microsoft.com/office/drawing/2014/main" val="3529600549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2556020999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1342899423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1583754312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22578806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1614008554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3024492347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514604255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3728417493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1176678581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2618257149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1817563128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2537643357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3504054642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1303164958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2646013464"/>
                    </a:ext>
                  </a:extLst>
                </a:gridCol>
                <a:gridCol w="677971">
                  <a:extLst>
                    <a:ext uri="{9D8B030D-6E8A-4147-A177-3AD203B41FA5}">
                      <a16:colId xmlns:a16="http://schemas.microsoft.com/office/drawing/2014/main" val="1307995463"/>
                    </a:ext>
                  </a:extLst>
                </a:gridCol>
              </a:tblGrid>
              <a:tr h="68244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6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zh-CN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6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2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=128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2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=64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2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=32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2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=16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2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=8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2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=4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2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=2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200" kern="12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5600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1010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0111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0110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0101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0100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0011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0010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0001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0000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695998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8D49338A-C5D9-88BF-EA82-B248634551E5}"/>
              </a:ext>
            </a:extLst>
          </p:cNvPr>
          <p:cNvGrpSpPr/>
          <p:nvPr/>
        </p:nvGrpSpPr>
        <p:grpSpPr>
          <a:xfrm>
            <a:off x="6291231" y="258560"/>
            <a:ext cx="4225364" cy="2805400"/>
            <a:chOff x="7966636" y="112510"/>
            <a:chExt cx="4225364" cy="280540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0D8FC528-0532-AB26-D5A5-19F38900158C}"/>
                </a:ext>
              </a:extLst>
            </p:cNvPr>
            <p:cNvSpPr/>
            <p:nvPr/>
          </p:nvSpPr>
          <p:spPr>
            <a:xfrm>
              <a:off x="9886128" y="112510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65F46472-E81F-6DDE-5BFD-EF8B3C428333}"/>
                </a:ext>
              </a:extLst>
            </p:cNvPr>
            <p:cNvSpPr/>
            <p:nvPr/>
          </p:nvSpPr>
          <p:spPr>
            <a:xfrm>
              <a:off x="9392244" y="838775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78558EA-79F4-9656-95B1-0E3AE98908B8}"/>
                </a:ext>
              </a:extLst>
            </p:cNvPr>
            <p:cNvSpPr/>
            <p:nvPr/>
          </p:nvSpPr>
          <p:spPr>
            <a:xfrm>
              <a:off x="10380012" y="838775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9948E95-B585-03B0-7E38-F24C952CED9E}"/>
                </a:ext>
              </a:extLst>
            </p:cNvPr>
            <p:cNvSpPr/>
            <p:nvPr/>
          </p:nvSpPr>
          <p:spPr>
            <a:xfrm>
              <a:off x="10316952" y="1676911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8EEF0D1-5184-F433-179D-58239B0CB32E}"/>
                </a:ext>
              </a:extLst>
            </p:cNvPr>
            <p:cNvSpPr/>
            <p:nvPr/>
          </p:nvSpPr>
          <p:spPr>
            <a:xfrm>
              <a:off x="10970798" y="1676911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E5781F6-BD29-F07F-37F3-5DF93A90AAB1}"/>
                </a:ext>
              </a:extLst>
            </p:cNvPr>
            <p:cNvSpPr/>
            <p:nvPr/>
          </p:nvSpPr>
          <p:spPr>
            <a:xfrm>
              <a:off x="8820080" y="1676911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8DF0AAF-3E21-D05F-B969-0D9CB4BAEDE2}"/>
                </a:ext>
              </a:extLst>
            </p:cNvPr>
            <p:cNvSpPr/>
            <p:nvPr/>
          </p:nvSpPr>
          <p:spPr>
            <a:xfrm>
              <a:off x="9473926" y="1676911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EDD9A717-8D96-F41A-64A2-28808655AD6C}"/>
                </a:ext>
              </a:extLst>
            </p:cNvPr>
            <p:cNvSpPr/>
            <p:nvPr/>
          </p:nvSpPr>
          <p:spPr>
            <a:xfrm>
              <a:off x="9106162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587E87A-B2D9-C34A-930A-7F95507A9EC3}"/>
                </a:ext>
              </a:extLst>
            </p:cNvPr>
            <p:cNvSpPr/>
            <p:nvPr/>
          </p:nvSpPr>
          <p:spPr>
            <a:xfrm>
              <a:off x="9696948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F3D10DB-0C0A-E2AA-D4BA-7D34B6A10835}"/>
                </a:ext>
              </a:extLst>
            </p:cNvPr>
            <p:cNvSpPr/>
            <p:nvPr/>
          </p:nvSpPr>
          <p:spPr>
            <a:xfrm>
              <a:off x="10203642" y="2550146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B2F89A6-FD1E-4476-4AAE-D4F433ED3E48}"/>
                </a:ext>
              </a:extLst>
            </p:cNvPr>
            <p:cNvSpPr/>
            <p:nvPr/>
          </p:nvSpPr>
          <p:spPr>
            <a:xfrm>
              <a:off x="10794428" y="2550146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784B81F-CC67-523E-7BEC-B1E5BB22A1C9}"/>
                </a:ext>
              </a:extLst>
            </p:cNvPr>
            <p:cNvSpPr/>
            <p:nvPr/>
          </p:nvSpPr>
          <p:spPr>
            <a:xfrm>
              <a:off x="11233450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69393777-C28B-EB48-6B0D-392FABDD1C64}"/>
                </a:ext>
              </a:extLst>
            </p:cNvPr>
            <p:cNvSpPr/>
            <p:nvPr/>
          </p:nvSpPr>
          <p:spPr>
            <a:xfrm>
              <a:off x="11824236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27CB53A-6B01-AFE7-C3CF-7A44F6B446F4}"/>
                </a:ext>
              </a:extLst>
            </p:cNvPr>
            <p:cNvSpPr/>
            <p:nvPr/>
          </p:nvSpPr>
          <p:spPr>
            <a:xfrm>
              <a:off x="7966636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rgbClr val="003366"/>
                  </a:solidFill>
                </a:rPr>
                <a:t>1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871D25E1-626E-080B-38F0-8D889FF4544F}"/>
                </a:ext>
              </a:extLst>
            </p:cNvPr>
            <p:cNvSpPr/>
            <p:nvPr/>
          </p:nvSpPr>
          <p:spPr>
            <a:xfrm>
              <a:off x="8557422" y="2548219"/>
              <a:ext cx="367764" cy="36776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3366"/>
                  </a:solidFill>
                </a:rPr>
                <a:t>0</a:t>
              </a:r>
              <a:endParaRPr lang="zh-CN" altLang="en-US" dirty="0">
                <a:solidFill>
                  <a:srgbClr val="003366"/>
                </a:solidFill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5E0E52F-BD2D-C6C9-8D38-4A27C3A06F14}"/>
                </a:ext>
              </a:extLst>
            </p:cNvPr>
            <p:cNvCxnSpPr>
              <a:stCxn id="5" idx="4"/>
              <a:endCxn id="6" idx="0"/>
            </p:cNvCxnSpPr>
            <p:nvPr/>
          </p:nvCxnSpPr>
          <p:spPr>
            <a:xfrm flipH="1">
              <a:off x="9576126" y="480274"/>
              <a:ext cx="493884" cy="35850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17FFA98-B76E-8965-29F0-E61AD42A1DE2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>
              <a:off x="10070010" y="480274"/>
              <a:ext cx="493884" cy="35850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77BE85FE-A136-E73A-0D09-DFE0B5BF3E67}"/>
                </a:ext>
              </a:extLst>
            </p:cNvPr>
            <p:cNvCxnSpPr>
              <a:cxnSpLocks/>
              <a:stCxn id="6" idx="4"/>
              <a:endCxn id="14" idx="0"/>
            </p:cNvCxnSpPr>
            <p:nvPr/>
          </p:nvCxnSpPr>
          <p:spPr>
            <a:xfrm flipH="1">
              <a:off x="9003962" y="1206539"/>
              <a:ext cx="572164" cy="47037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DC930A3C-E850-A033-EDAB-CC619F27E85B}"/>
                </a:ext>
              </a:extLst>
            </p:cNvPr>
            <p:cNvCxnSpPr>
              <a:cxnSpLocks/>
              <a:stCxn id="6" idx="4"/>
              <a:endCxn id="15" idx="0"/>
            </p:cNvCxnSpPr>
            <p:nvPr/>
          </p:nvCxnSpPr>
          <p:spPr>
            <a:xfrm>
              <a:off x="9576126" y="1206539"/>
              <a:ext cx="81682" cy="47037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10CE1D68-A726-6604-A73C-225E67398770}"/>
                </a:ext>
              </a:extLst>
            </p:cNvPr>
            <p:cNvCxnSpPr>
              <a:cxnSpLocks/>
              <a:stCxn id="7" idx="4"/>
              <a:endCxn id="12" idx="0"/>
            </p:cNvCxnSpPr>
            <p:nvPr/>
          </p:nvCxnSpPr>
          <p:spPr>
            <a:xfrm flipH="1">
              <a:off x="10500834" y="1206539"/>
              <a:ext cx="63060" cy="47037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CEB040CC-A712-E960-49C3-6024D4B40576}"/>
                </a:ext>
              </a:extLst>
            </p:cNvPr>
            <p:cNvCxnSpPr>
              <a:cxnSpLocks/>
              <a:stCxn id="7" idx="4"/>
              <a:endCxn id="13" idx="0"/>
            </p:cNvCxnSpPr>
            <p:nvPr/>
          </p:nvCxnSpPr>
          <p:spPr>
            <a:xfrm>
              <a:off x="10563894" y="1206539"/>
              <a:ext cx="590786" cy="47037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EAFDBEA-CBC2-3883-C2FF-8FD67C16F14B}"/>
                </a:ext>
              </a:extLst>
            </p:cNvPr>
            <p:cNvCxnSpPr>
              <a:cxnSpLocks/>
              <a:stCxn id="14" idx="4"/>
              <a:endCxn id="27" idx="0"/>
            </p:cNvCxnSpPr>
            <p:nvPr/>
          </p:nvCxnSpPr>
          <p:spPr>
            <a:xfrm flipH="1">
              <a:off x="8741304" y="2044675"/>
              <a:ext cx="262658" cy="5035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D05A60A3-7706-666C-FE0F-7E4769745816}"/>
                </a:ext>
              </a:extLst>
            </p:cNvPr>
            <p:cNvCxnSpPr>
              <a:cxnSpLocks/>
              <a:stCxn id="14" idx="4"/>
              <a:endCxn id="26" idx="0"/>
            </p:cNvCxnSpPr>
            <p:nvPr/>
          </p:nvCxnSpPr>
          <p:spPr>
            <a:xfrm flipH="1">
              <a:off x="8150518" y="2044675"/>
              <a:ext cx="853444" cy="5035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4DEBC65-708D-A4B1-5834-2F261FE420CB}"/>
                </a:ext>
              </a:extLst>
            </p:cNvPr>
            <p:cNvCxnSpPr>
              <a:cxnSpLocks/>
              <a:stCxn id="15" idx="4"/>
              <a:endCxn id="18" idx="0"/>
            </p:cNvCxnSpPr>
            <p:nvPr/>
          </p:nvCxnSpPr>
          <p:spPr>
            <a:xfrm flipH="1">
              <a:off x="9290044" y="2044675"/>
              <a:ext cx="367764" cy="5035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D6C83874-CBF6-5BEB-1A75-57BA78FE3EB8}"/>
                </a:ext>
              </a:extLst>
            </p:cNvPr>
            <p:cNvCxnSpPr>
              <a:cxnSpLocks/>
              <a:stCxn id="15" idx="4"/>
              <a:endCxn id="19" idx="0"/>
            </p:cNvCxnSpPr>
            <p:nvPr/>
          </p:nvCxnSpPr>
          <p:spPr>
            <a:xfrm>
              <a:off x="9657808" y="2044675"/>
              <a:ext cx="223022" cy="5035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9C731E7-7365-B2EA-030E-6700E60D05E5}"/>
                </a:ext>
              </a:extLst>
            </p:cNvPr>
            <p:cNvCxnSpPr>
              <a:cxnSpLocks/>
              <a:stCxn id="13" idx="4"/>
              <a:endCxn id="25" idx="0"/>
            </p:cNvCxnSpPr>
            <p:nvPr/>
          </p:nvCxnSpPr>
          <p:spPr>
            <a:xfrm>
              <a:off x="11154680" y="2044675"/>
              <a:ext cx="853438" cy="5035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DB6A66B-4D36-484F-5353-9B213A8E8F42}"/>
                </a:ext>
              </a:extLst>
            </p:cNvPr>
            <p:cNvCxnSpPr>
              <a:cxnSpLocks/>
              <a:stCxn id="12" idx="4"/>
              <a:endCxn id="20" idx="0"/>
            </p:cNvCxnSpPr>
            <p:nvPr/>
          </p:nvCxnSpPr>
          <p:spPr>
            <a:xfrm flipH="1">
              <a:off x="10387524" y="2044675"/>
              <a:ext cx="113310" cy="50547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52541B5-1EFF-7551-346C-A603F8BF7E0F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>
              <a:off x="11154680" y="2044675"/>
              <a:ext cx="78775" cy="6029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838F060-51B1-4BD2-7C6A-D6F9E2DD6BCC}"/>
                </a:ext>
              </a:extLst>
            </p:cNvPr>
            <p:cNvCxnSpPr>
              <a:cxnSpLocks/>
              <a:stCxn id="21" idx="0"/>
              <a:endCxn id="12" idx="4"/>
            </p:cNvCxnSpPr>
            <p:nvPr/>
          </p:nvCxnSpPr>
          <p:spPr>
            <a:xfrm flipH="1" flipV="1">
              <a:off x="10500834" y="2044675"/>
              <a:ext cx="477476" cy="50547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椭圆 8">
            <a:extLst>
              <a:ext uri="{FF2B5EF4-FFF2-40B4-BE49-F238E27FC236}">
                <a16:creationId xmlns:a16="http://schemas.microsoft.com/office/drawing/2014/main" id="{D03249C9-835C-28D1-5533-C90CE6C78244}"/>
              </a:ext>
            </a:extLst>
          </p:cNvPr>
          <p:cNvSpPr/>
          <p:nvPr/>
        </p:nvSpPr>
        <p:spPr>
          <a:xfrm>
            <a:off x="5316352" y="3761683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3366"/>
                </a:solidFill>
              </a:rPr>
              <a:t>1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73935AC-9C08-78E4-EBEE-0FBC38C5CE79}"/>
              </a:ext>
            </a:extLst>
          </p:cNvPr>
          <p:cNvCxnSpPr>
            <a:cxnSpLocks/>
            <a:stCxn id="26" idx="4"/>
            <a:endCxn id="9" idx="0"/>
          </p:cNvCxnSpPr>
          <p:nvPr/>
        </p:nvCxnSpPr>
        <p:spPr>
          <a:xfrm flipH="1">
            <a:off x="5500234" y="3062033"/>
            <a:ext cx="974879" cy="6996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466D6E09-565E-0EE0-7BA1-22AC795B484E}"/>
              </a:ext>
            </a:extLst>
          </p:cNvPr>
          <p:cNvSpPr/>
          <p:nvPr/>
        </p:nvSpPr>
        <p:spPr>
          <a:xfrm>
            <a:off x="5717570" y="3761683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0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7F13811-5BB5-8BE5-C158-FC3D4CB719E2}"/>
              </a:ext>
            </a:extLst>
          </p:cNvPr>
          <p:cNvCxnSpPr>
            <a:cxnSpLocks/>
            <a:stCxn id="26" idx="4"/>
            <a:endCxn id="22" idx="0"/>
          </p:cNvCxnSpPr>
          <p:nvPr/>
        </p:nvCxnSpPr>
        <p:spPr>
          <a:xfrm flipH="1">
            <a:off x="5901452" y="3062033"/>
            <a:ext cx="573661" cy="6996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13E1D53C-8954-A27B-E03A-37F52947554D}"/>
              </a:ext>
            </a:extLst>
          </p:cNvPr>
          <p:cNvSpPr/>
          <p:nvPr/>
        </p:nvSpPr>
        <p:spPr>
          <a:xfrm>
            <a:off x="6111000" y="3758564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1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A99773D-287C-F340-BADB-AE84A46A068E}"/>
              </a:ext>
            </a:extLst>
          </p:cNvPr>
          <p:cNvCxnSpPr>
            <a:cxnSpLocks/>
            <a:stCxn id="27" idx="4"/>
            <a:endCxn id="32" idx="0"/>
          </p:cNvCxnSpPr>
          <p:nvPr/>
        </p:nvCxnSpPr>
        <p:spPr>
          <a:xfrm flipH="1">
            <a:off x="6294882" y="3062033"/>
            <a:ext cx="771017" cy="6965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FE8C554B-569A-7C91-EA67-FD10ED58A27A}"/>
              </a:ext>
            </a:extLst>
          </p:cNvPr>
          <p:cNvSpPr/>
          <p:nvPr/>
        </p:nvSpPr>
        <p:spPr>
          <a:xfrm>
            <a:off x="6509429" y="3758564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0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37BD0AE-E073-CE63-8F6A-55D6BA6562BE}"/>
              </a:ext>
            </a:extLst>
          </p:cNvPr>
          <p:cNvCxnSpPr>
            <a:cxnSpLocks/>
            <a:stCxn id="27" idx="4"/>
            <a:endCxn id="35" idx="0"/>
          </p:cNvCxnSpPr>
          <p:nvPr/>
        </p:nvCxnSpPr>
        <p:spPr>
          <a:xfrm flipH="1">
            <a:off x="6693311" y="3062033"/>
            <a:ext cx="372588" cy="6965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>
            <a:extLst>
              <a:ext uri="{FF2B5EF4-FFF2-40B4-BE49-F238E27FC236}">
                <a16:creationId xmlns:a16="http://schemas.microsoft.com/office/drawing/2014/main" id="{E96449F3-94C0-D6E9-F06F-C15E853728B8}"/>
              </a:ext>
            </a:extLst>
          </p:cNvPr>
          <p:cNvSpPr/>
          <p:nvPr/>
        </p:nvSpPr>
        <p:spPr>
          <a:xfrm>
            <a:off x="6885890" y="3758564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1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6BC8A0D-B732-B346-7D1D-E44A79911213}"/>
              </a:ext>
            </a:extLst>
          </p:cNvPr>
          <p:cNvCxnSpPr>
            <a:cxnSpLocks/>
            <a:stCxn id="18" idx="4"/>
            <a:endCxn id="62" idx="0"/>
          </p:cNvCxnSpPr>
          <p:nvPr/>
        </p:nvCxnSpPr>
        <p:spPr>
          <a:xfrm flipH="1">
            <a:off x="7069772" y="3062033"/>
            <a:ext cx="544867" cy="6965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>
            <a:extLst>
              <a:ext uri="{FF2B5EF4-FFF2-40B4-BE49-F238E27FC236}">
                <a16:creationId xmlns:a16="http://schemas.microsoft.com/office/drawing/2014/main" id="{8006B2B3-53AB-D148-6F5C-07A8B611C3D6}"/>
              </a:ext>
            </a:extLst>
          </p:cNvPr>
          <p:cNvSpPr/>
          <p:nvPr/>
        </p:nvSpPr>
        <p:spPr>
          <a:xfrm>
            <a:off x="7277765" y="3758564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0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F18DF7E6-B3CB-C437-EA83-50470D7251BC}"/>
              </a:ext>
            </a:extLst>
          </p:cNvPr>
          <p:cNvCxnSpPr>
            <a:cxnSpLocks/>
            <a:stCxn id="18" idx="4"/>
            <a:endCxn id="64" idx="0"/>
          </p:cNvCxnSpPr>
          <p:nvPr/>
        </p:nvCxnSpPr>
        <p:spPr>
          <a:xfrm flipH="1">
            <a:off x="7461647" y="3062033"/>
            <a:ext cx="152992" cy="6965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椭圆 67">
            <a:extLst>
              <a:ext uri="{FF2B5EF4-FFF2-40B4-BE49-F238E27FC236}">
                <a16:creationId xmlns:a16="http://schemas.microsoft.com/office/drawing/2014/main" id="{6733DA80-2D72-2C47-70B1-BBFA8ABF4432}"/>
              </a:ext>
            </a:extLst>
          </p:cNvPr>
          <p:cNvSpPr/>
          <p:nvPr/>
        </p:nvSpPr>
        <p:spPr>
          <a:xfrm>
            <a:off x="7657913" y="3758564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3366"/>
                </a:solidFill>
              </a:rPr>
              <a:t>1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4A64F417-69C6-A758-1165-D2D0D2465C18}"/>
              </a:ext>
            </a:extLst>
          </p:cNvPr>
          <p:cNvCxnSpPr>
            <a:cxnSpLocks/>
            <a:stCxn id="19" idx="4"/>
            <a:endCxn id="68" idx="0"/>
          </p:cNvCxnSpPr>
          <p:nvPr/>
        </p:nvCxnSpPr>
        <p:spPr>
          <a:xfrm flipH="1">
            <a:off x="7841795" y="3062033"/>
            <a:ext cx="363630" cy="6965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C15D8CB5-73C5-1D54-DCBA-E07FC7ECDF2C}"/>
              </a:ext>
            </a:extLst>
          </p:cNvPr>
          <p:cNvSpPr/>
          <p:nvPr/>
        </p:nvSpPr>
        <p:spPr>
          <a:xfrm>
            <a:off x="8042037" y="3758564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0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43F2F0BD-23B2-4BC3-94BC-55C5D695EC10}"/>
              </a:ext>
            </a:extLst>
          </p:cNvPr>
          <p:cNvCxnSpPr>
            <a:cxnSpLocks/>
            <a:stCxn id="19" idx="4"/>
            <a:endCxn id="70" idx="0"/>
          </p:cNvCxnSpPr>
          <p:nvPr/>
        </p:nvCxnSpPr>
        <p:spPr>
          <a:xfrm>
            <a:off x="8205425" y="3062033"/>
            <a:ext cx="20494" cy="6965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>
            <a:extLst>
              <a:ext uri="{FF2B5EF4-FFF2-40B4-BE49-F238E27FC236}">
                <a16:creationId xmlns:a16="http://schemas.microsoft.com/office/drawing/2014/main" id="{0958CCE6-A573-BBD7-899D-FFAF6616950E}"/>
              </a:ext>
            </a:extLst>
          </p:cNvPr>
          <p:cNvSpPr/>
          <p:nvPr/>
        </p:nvSpPr>
        <p:spPr>
          <a:xfrm>
            <a:off x="8456734" y="3758564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1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A75B43F9-F7FA-D2E5-8A0A-FC89868E319A}"/>
              </a:ext>
            </a:extLst>
          </p:cNvPr>
          <p:cNvCxnSpPr>
            <a:cxnSpLocks/>
            <a:stCxn id="20" idx="4"/>
            <a:endCxn id="74" idx="0"/>
          </p:cNvCxnSpPr>
          <p:nvPr/>
        </p:nvCxnSpPr>
        <p:spPr>
          <a:xfrm flipH="1">
            <a:off x="8640616" y="3063960"/>
            <a:ext cx="71503" cy="6946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椭圆 75">
            <a:extLst>
              <a:ext uri="{FF2B5EF4-FFF2-40B4-BE49-F238E27FC236}">
                <a16:creationId xmlns:a16="http://schemas.microsoft.com/office/drawing/2014/main" id="{D0C11178-CF5F-1CFE-908F-6DC37E38EAAA}"/>
              </a:ext>
            </a:extLst>
          </p:cNvPr>
          <p:cNvSpPr/>
          <p:nvPr/>
        </p:nvSpPr>
        <p:spPr>
          <a:xfrm>
            <a:off x="8863736" y="3758564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0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72AEC563-B86F-4F09-CB30-12545C01343C}"/>
              </a:ext>
            </a:extLst>
          </p:cNvPr>
          <p:cNvCxnSpPr>
            <a:cxnSpLocks/>
            <a:stCxn id="20" idx="4"/>
            <a:endCxn id="76" idx="0"/>
          </p:cNvCxnSpPr>
          <p:nvPr/>
        </p:nvCxnSpPr>
        <p:spPr>
          <a:xfrm>
            <a:off x="8712119" y="3063960"/>
            <a:ext cx="335499" cy="6946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>
            <a:extLst>
              <a:ext uri="{FF2B5EF4-FFF2-40B4-BE49-F238E27FC236}">
                <a16:creationId xmlns:a16="http://schemas.microsoft.com/office/drawing/2014/main" id="{36357B46-F510-F5D0-FEE3-686140BFE72B}"/>
              </a:ext>
            </a:extLst>
          </p:cNvPr>
          <p:cNvSpPr/>
          <p:nvPr/>
        </p:nvSpPr>
        <p:spPr>
          <a:xfrm>
            <a:off x="9231500" y="3767675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3366"/>
                </a:solidFill>
              </a:rPr>
              <a:t>1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18D96F7C-CA51-2753-B3CF-3A782AD98D49}"/>
              </a:ext>
            </a:extLst>
          </p:cNvPr>
          <p:cNvCxnSpPr>
            <a:cxnSpLocks/>
            <a:stCxn id="21" idx="4"/>
            <a:endCxn id="80" idx="0"/>
          </p:cNvCxnSpPr>
          <p:nvPr/>
        </p:nvCxnSpPr>
        <p:spPr>
          <a:xfrm>
            <a:off x="9302905" y="3063960"/>
            <a:ext cx="112477" cy="7037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622B057A-406D-05B4-EF50-EB7ACDEC93EE}"/>
              </a:ext>
            </a:extLst>
          </p:cNvPr>
          <p:cNvSpPr/>
          <p:nvPr/>
        </p:nvSpPr>
        <p:spPr>
          <a:xfrm>
            <a:off x="9599861" y="3765748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0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1168971F-49DE-9320-0612-C21155CCB2B8}"/>
              </a:ext>
            </a:extLst>
          </p:cNvPr>
          <p:cNvCxnSpPr>
            <a:cxnSpLocks/>
            <a:stCxn id="21" idx="4"/>
            <a:endCxn id="82" idx="0"/>
          </p:cNvCxnSpPr>
          <p:nvPr/>
        </p:nvCxnSpPr>
        <p:spPr>
          <a:xfrm>
            <a:off x="9302905" y="3063960"/>
            <a:ext cx="480838" cy="7017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椭圆 85">
            <a:extLst>
              <a:ext uri="{FF2B5EF4-FFF2-40B4-BE49-F238E27FC236}">
                <a16:creationId xmlns:a16="http://schemas.microsoft.com/office/drawing/2014/main" id="{7E0F1CC0-EAC0-396D-3FC5-BE5F5545D451}"/>
              </a:ext>
            </a:extLst>
          </p:cNvPr>
          <p:cNvSpPr/>
          <p:nvPr/>
        </p:nvSpPr>
        <p:spPr>
          <a:xfrm>
            <a:off x="10683635" y="3757573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3366"/>
                </a:solidFill>
              </a:rPr>
              <a:t>1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8DE3EB20-B5F8-A248-41CE-1F3AF1372064}"/>
              </a:ext>
            </a:extLst>
          </p:cNvPr>
          <p:cNvCxnSpPr>
            <a:cxnSpLocks/>
            <a:stCxn id="25" idx="4"/>
            <a:endCxn id="86" idx="0"/>
          </p:cNvCxnSpPr>
          <p:nvPr/>
        </p:nvCxnSpPr>
        <p:spPr>
          <a:xfrm>
            <a:off x="10332713" y="3062033"/>
            <a:ext cx="534804" cy="6955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686DD21A-91DE-A7C6-A66D-00C5E6471016}"/>
              </a:ext>
            </a:extLst>
          </p:cNvPr>
          <p:cNvSpPr/>
          <p:nvPr/>
        </p:nvSpPr>
        <p:spPr>
          <a:xfrm>
            <a:off x="11050681" y="3765882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0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1585F32A-3672-2DC2-BC2E-E5761924965D}"/>
              </a:ext>
            </a:extLst>
          </p:cNvPr>
          <p:cNvCxnSpPr>
            <a:cxnSpLocks/>
            <a:stCxn id="25" idx="4"/>
            <a:endCxn id="88" idx="0"/>
          </p:cNvCxnSpPr>
          <p:nvPr/>
        </p:nvCxnSpPr>
        <p:spPr>
          <a:xfrm>
            <a:off x="10332713" y="3062033"/>
            <a:ext cx="901850" cy="7038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椭圆 132">
            <a:extLst>
              <a:ext uri="{FF2B5EF4-FFF2-40B4-BE49-F238E27FC236}">
                <a16:creationId xmlns:a16="http://schemas.microsoft.com/office/drawing/2014/main" id="{1DDC5AB0-9A0C-00AB-2369-36B9F1C8E4C8}"/>
              </a:ext>
            </a:extLst>
          </p:cNvPr>
          <p:cNvSpPr/>
          <p:nvPr/>
        </p:nvSpPr>
        <p:spPr>
          <a:xfrm>
            <a:off x="9965865" y="3765748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3366"/>
                </a:solidFill>
              </a:rPr>
              <a:t>1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AFE5BE9E-1573-FCDB-1D82-D95B7D1ACE60}"/>
              </a:ext>
            </a:extLst>
          </p:cNvPr>
          <p:cNvCxnSpPr>
            <a:cxnSpLocks/>
            <a:stCxn id="24" idx="4"/>
            <a:endCxn id="133" idx="0"/>
          </p:cNvCxnSpPr>
          <p:nvPr/>
        </p:nvCxnSpPr>
        <p:spPr>
          <a:xfrm>
            <a:off x="9741927" y="3062033"/>
            <a:ext cx="407820" cy="7037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椭圆 134">
            <a:extLst>
              <a:ext uri="{FF2B5EF4-FFF2-40B4-BE49-F238E27FC236}">
                <a16:creationId xmlns:a16="http://schemas.microsoft.com/office/drawing/2014/main" id="{13171310-749A-5814-48AE-55C87E601AA7}"/>
              </a:ext>
            </a:extLst>
          </p:cNvPr>
          <p:cNvSpPr/>
          <p:nvPr/>
        </p:nvSpPr>
        <p:spPr>
          <a:xfrm>
            <a:off x="10316589" y="3769146"/>
            <a:ext cx="367764" cy="3677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366"/>
                </a:solidFill>
              </a:rPr>
              <a:t>0</a:t>
            </a:r>
            <a:endParaRPr lang="zh-CN" altLang="en-US" dirty="0">
              <a:solidFill>
                <a:srgbClr val="003366"/>
              </a:solidFill>
            </a:endParaRPr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996FA980-E018-1C68-7A79-D05E8BA27383}"/>
              </a:ext>
            </a:extLst>
          </p:cNvPr>
          <p:cNvCxnSpPr>
            <a:cxnSpLocks/>
            <a:stCxn id="24" idx="4"/>
            <a:endCxn id="135" idx="0"/>
          </p:cNvCxnSpPr>
          <p:nvPr/>
        </p:nvCxnSpPr>
        <p:spPr>
          <a:xfrm>
            <a:off x="9741927" y="3062033"/>
            <a:ext cx="758544" cy="7071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文本框 159">
            <a:extLst>
              <a:ext uri="{FF2B5EF4-FFF2-40B4-BE49-F238E27FC236}">
                <a16:creationId xmlns:a16="http://schemas.microsoft.com/office/drawing/2014/main" id="{ADC19275-CF7D-39D8-8FF5-1214DD588F90}"/>
              </a:ext>
            </a:extLst>
          </p:cNvPr>
          <p:cNvSpPr txBox="1"/>
          <p:nvPr/>
        </p:nvSpPr>
        <p:spPr>
          <a:xfrm>
            <a:off x="891116" y="2371103"/>
            <a:ext cx="432415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i="1" dirty="0">
                <a:latin typeface="MiSans Demibold" pitchFamily="50" charset="-122"/>
                <a:ea typeface="MiSans Demibold" pitchFamily="50" charset="-122"/>
              </a:rPr>
              <a:t>“大音希声，大象无形”</a:t>
            </a:r>
            <a:br>
              <a:rPr lang="en-US" altLang="zh-CN" b="1" i="1" dirty="0">
                <a:latin typeface="MiSans Demibold" pitchFamily="50" charset="-122"/>
                <a:ea typeface="MiSans Demibold" pitchFamily="50" charset="-122"/>
              </a:rPr>
            </a:br>
            <a:r>
              <a:rPr lang="en-US" altLang="zh-CN" b="1" i="1" dirty="0">
                <a:solidFill>
                  <a:srgbClr val="0070C0"/>
                </a:solidFill>
                <a:latin typeface="MiSans Demibold" pitchFamily="50" charset="-122"/>
                <a:ea typeface="MiSans Demibold" pitchFamily="50" charset="-122"/>
              </a:rPr>
              <a:t>“</a:t>
            </a:r>
            <a:r>
              <a:rPr lang="en-GB" altLang="zh-CN" sz="1400" i="1" dirty="0">
                <a:solidFill>
                  <a:srgbClr val="0070C0"/>
                </a:solidFill>
                <a:latin typeface="MiSans Demibold" pitchFamily="50" charset="-122"/>
                <a:ea typeface="MiSans Demibold" pitchFamily="50" charset="-122"/>
              </a:rPr>
              <a:t>The greatest music has the faintest notes; the greatest icon is without form.</a:t>
            </a:r>
            <a:endParaRPr lang="en-US" altLang="zh-CN" sz="4400" i="1" dirty="0">
              <a:solidFill>
                <a:srgbClr val="0070C0"/>
              </a:solidFill>
              <a:latin typeface="MiSans Demibold" pitchFamily="50" charset="-122"/>
              <a:ea typeface="MiSans Demibold" pitchFamily="50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3714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60F30-ADA8-F535-1F13-06D696452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图片 161">
            <a:extLst>
              <a:ext uri="{FF2B5EF4-FFF2-40B4-BE49-F238E27FC236}">
                <a16:creationId xmlns:a16="http://schemas.microsoft.com/office/drawing/2014/main" id="{2A9D7777-9121-9E09-3DDF-BAD9DF661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655" y="1803399"/>
            <a:ext cx="6436345" cy="348250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4730784-87D0-B8DD-EC02-DF58E5741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20" y="1739900"/>
            <a:ext cx="5422230" cy="31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89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996</Words>
  <Application>Microsoft Office PowerPoint</Application>
  <PresentationFormat>宽屏</PresentationFormat>
  <Paragraphs>656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等线</vt:lpstr>
      <vt:lpstr>等线 Light</vt:lpstr>
      <vt:lpstr>楷体</vt:lpstr>
      <vt:lpstr>MiSans Demibold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heling wang</dc:creator>
  <cp:lastModifiedBy>heling wang</cp:lastModifiedBy>
  <cp:revision>23</cp:revision>
  <dcterms:created xsi:type="dcterms:W3CDTF">2026-03-10T04:59:00Z</dcterms:created>
  <dcterms:modified xsi:type="dcterms:W3CDTF">2026-04-23T13:19:45Z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2E213B871BCA4E249F313B67CAB96CCE_12</vt:lpwstr>
  </property>
  <property fmtid="{D5CDD505-2E9C-101B-9397-08002B2CF9AE}" pid="3" name="KSOProductBuildVer">
    <vt:lpwstr>2052-12.1.0.25225</vt:lpwstr>
  </property>
</Properties>
</file>